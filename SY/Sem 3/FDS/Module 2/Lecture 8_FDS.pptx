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59758-76E6-4703-A827-2CCF55CA2F75}" type="datetimeFigureOut">
              <a:rPr lang="en-IN" smtClean="0"/>
              <a:t>08-08-2023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33E77-F742-4FBB-BDE8-7EF594109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963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59758-76E6-4703-A827-2CCF55CA2F75}" type="datetimeFigureOut">
              <a:rPr lang="en-IN" smtClean="0"/>
              <a:t>08-08-2023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33E77-F742-4FBB-BDE8-7EF594109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201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59758-76E6-4703-A827-2CCF55CA2F75}" type="datetimeFigureOut">
              <a:rPr lang="en-IN" smtClean="0"/>
              <a:t>08-08-2023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33E77-F742-4FBB-BDE8-7EF594109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600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59758-76E6-4703-A827-2CCF55CA2F75}" type="datetimeFigureOut">
              <a:rPr lang="en-IN" smtClean="0"/>
              <a:t>08-08-2023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33E77-F742-4FBB-BDE8-7EF594109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523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59758-76E6-4703-A827-2CCF55CA2F75}" type="datetimeFigureOut">
              <a:rPr lang="en-IN" smtClean="0"/>
              <a:t>08-08-2023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33E77-F742-4FBB-BDE8-7EF594109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755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59758-76E6-4703-A827-2CCF55CA2F75}" type="datetimeFigureOut">
              <a:rPr lang="en-IN" smtClean="0"/>
              <a:t>08-08-2023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33E77-F742-4FBB-BDE8-7EF594109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987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59758-76E6-4703-A827-2CCF55CA2F75}" type="datetimeFigureOut">
              <a:rPr lang="en-IN" smtClean="0"/>
              <a:t>08-08-2023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33E77-F742-4FBB-BDE8-7EF594109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541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59758-76E6-4703-A827-2CCF55CA2F75}" type="datetimeFigureOut">
              <a:rPr lang="en-IN" smtClean="0"/>
              <a:t>08-08-2023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33E77-F742-4FBB-BDE8-7EF594109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521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59758-76E6-4703-A827-2CCF55CA2F75}" type="datetimeFigureOut">
              <a:rPr lang="en-IN" smtClean="0"/>
              <a:t>08-08-2023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33E77-F742-4FBB-BDE8-7EF594109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696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59758-76E6-4703-A827-2CCF55CA2F75}" type="datetimeFigureOut">
              <a:rPr lang="en-IN" smtClean="0"/>
              <a:t>08-08-2023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33E77-F742-4FBB-BDE8-7EF594109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201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59758-76E6-4703-A827-2CCF55CA2F75}" type="datetimeFigureOut">
              <a:rPr lang="en-IN" smtClean="0"/>
              <a:t>08-08-2023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33E77-F742-4FBB-BDE8-7EF594109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317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59758-76E6-4703-A827-2CCF55CA2F75}" type="datetimeFigureOut">
              <a:rPr lang="en-IN" smtClean="0"/>
              <a:t>08-08-2023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533E77-F742-4FBB-BDE8-7EF594109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301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27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/>
              <a:t>ious</a:t>
            </a:r>
            <a:r>
              <a:rPr lang="en-US" dirty="0"/>
              <a:t> real-world domains, including those you mentioned. Here are some examples of how data science is applied in these areas:</a:t>
            </a:r>
          </a:p>
          <a:p>
            <a:r>
              <a:rPr lang="en-US" b="1" dirty="0"/>
              <a:t>Medical and Healthcare:</a:t>
            </a:r>
            <a:endParaRPr lang="en-US" dirty="0"/>
          </a:p>
          <a:p>
            <a:pPr lvl="1"/>
            <a:r>
              <a:rPr lang="en-US" b="1" dirty="0"/>
              <a:t>Diagnosis and Prediction:</a:t>
            </a:r>
            <a:r>
              <a:rPr lang="en-US" dirty="0"/>
              <a:t> Data science is used to develop predictive models for diagnosing diseases based on medical records, lab results, and patient history.</a:t>
            </a:r>
          </a:p>
          <a:p>
            <a:pPr lvl="1"/>
            <a:r>
              <a:rPr lang="en-US" b="1" dirty="0"/>
              <a:t>Drug Discovery:</a:t>
            </a:r>
            <a:r>
              <a:rPr lang="en-US" dirty="0"/>
              <a:t> Data analysis helps in identifying potential drug candidates by analyzing molecular structures and their interactions.</a:t>
            </a:r>
          </a:p>
          <a:p>
            <a:pPr lvl="1"/>
            <a:r>
              <a:rPr lang="en-US" b="1" dirty="0"/>
              <a:t>Personalized Treatment:</a:t>
            </a:r>
            <a:r>
              <a:rPr lang="en-US" dirty="0"/>
              <a:t> Data-driven approaches help in tailoring treatment plans for individual patients based on their genetic makeup and medical history.</a:t>
            </a:r>
          </a:p>
          <a:p>
            <a:pPr lvl="1"/>
            <a:r>
              <a:rPr lang="en-US" b="1" dirty="0"/>
              <a:t>Health Monitoring:</a:t>
            </a:r>
            <a:r>
              <a:rPr lang="en-US" dirty="0"/>
              <a:t> Wearable devices and sensors collect data for real-time health monitoring, enabling early detection of anomalies.</a:t>
            </a:r>
          </a:p>
          <a:p>
            <a:pPr lvl="1"/>
            <a:r>
              <a:rPr lang="en-US" b="1" dirty="0"/>
              <a:t>Epidemiology and Public Health:</a:t>
            </a:r>
            <a:r>
              <a:rPr lang="en-US" dirty="0"/>
              <a:t> Data analysis assists in tracking disease outbreaks, identifying risk factors, and planning public health interventions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347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 smtClean="0"/>
              <a:t>Agriculture:</a:t>
            </a:r>
            <a:endParaRPr lang="en-US" dirty="0" smtClean="0"/>
          </a:p>
          <a:p>
            <a:pPr lvl="1"/>
            <a:r>
              <a:rPr lang="en-US" b="1" dirty="0" smtClean="0"/>
              <a:t>Precision Agriculture:</a:t>
            </a:r>
            <a:r>
              <a:rPr lang="en-US" dirty="0" smtClean="0"/>
              <a:t> Data-driven insights optimize crop planting, irrigation, and pesticide application, enhancing yield and resource efficiency.</a:t>
            </a:r>
          </a:p>
          <a:p>
            <a:pPr lvl="1"/>
            <a:r>
              <a:rPr lang="en-US" b="1" dirty="0" smtClean="0"/>
              <a:t>Crop Disease Detection:</a:t>
            </a:r>
            <a:r>
              <a:rPr lang="en-US" dirty="0" smtClean="0"/>
              <a:t> Image processing and data analytics help in early identification of crop diseases through visual symptoms.</a:t>
            </a:r>
          </a:p>
          <a:p>
            <a:pPr lvl="1"/>
            <a:r>
              <a:rPr lang="en-US" b="1" dirty="0" smtClean="0"/>
              <a:t>Supply Chain Optimization:</a:t>
            </a:r>
            <a:r>
              <a:rPr lang="en-US" dirty="0" smtClean="0"/>
              <a:t> Data science optimizes logistics, storage, and distribution of agricultural products.</a:t>
            </a:r>
          </a:p>
          <a:p>
            <a:pPr lvl="1"/>
            <a:r>
              <a:rPr lang="en-US" b="1" dirty="0" smtClean="0"/>
              <a:t>Climate and Weather Analysis:</a:t>
            </a:r>
            <a:r>
              <a:rPr lang="en-US" dirty="0" smtClean="0"/>
              <a:t> Analyzing historical data helps farmers make informed decisions based on weather </a:t>
            </a:r>
            <a:r>
              <a:rPr lang="en-US" smtClean="0"/>
              <a:t>patterns.based</a:t>
            </a:r>
            <a:r>
              <a:rPr lang="en-US" dirty="0" smtClean="0"/>
              <a:t> on behavior and preferences.</a:t>
            </a:r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3839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 smtClean="0"/>
              <a:t>Disaster Management:</a:t>
            </a:r>
            <a:endParaRPr lang="en-US" dirty="0" smtClean="0"/>
          </a:p>
          <a:p>
            <a:pPr lvl="1"/>
            <a:r>
              <a:rPr lang="en-US" b="1" dirty="0" smtClean="0"/>
              <a:t>Early Warning Systems:</a:t>
            </a:r>
            <a:r>
              <a:rPr lang="en-US" dirty="0" smtClean="0"/>
              <a:t> Data science models predict natural disasters like hurricanes, earthquakes, and floods, enabling early evacuation and preparedness.</a:t>
            </a:r>
          </a:p>
          <a:p>
            <a:pPr lvl="1"/>
            <a:r>
              <a:rPr lang="en-US" b="1" dirty="0" smtClean="0"/>
              <a:t>Resource Allocation:</a:t>
            </a:r>
            <a:r>
              <a:rPr lang="en-US" dirty="0" smtClean="0"/>
              <a:t> During and after disasters, data analytics aids in distributing resources efficiently, such as medical supplies and rescue teams.</a:t>
            </a:r>
          </a:p>
          <a:p>
            <a:pPr lvl="1"/>
            <a:r>
              <a:rPr lang="en-US" b="1" dirty="0" smtClean="0"/>
              <a:t>Sentiment Analysis:</a:t>
            </a:r>
            <a:r>
              <a:rPr lang="en-US" dirty="0" smtClean="0"/>
              <a:t> Social media data is analyzed to understand public sentiment during disasters, helping authorities respond effectively.</a:t>
            </a:r>
          </a:p>
        </p:txBody>
      </p:sp>
    </p:spTree>
    <p:extLst>
      <p:ext uri="{BB962C8B-B14F-4D97-AF65-F5344CB8AC3E}">
        <p14:creationId xmlns:p14="http://schemas.microsoft.com/office/powerpoint/2010/main" val="3958111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Finance and Banking:</a:t>
            </a:r>
            <a:endParaRPr lang="en-US" dirty="0" smtClean="0"/>
          </a:p>
          <a:p>
            <a:pPr lvl="1"/>
            <a:r>
              <a:rPr lang="en-US" b="1" dirty="0" smtClean="0"/>
              <a:t>Risk Assessment:</a:t>
            </a:r>
            <a:r>
              <a:rPr lang="en-US" dirty="0" smtClean="0"/>
              <a:t> Data science models evaluate credit risk, fraud detection, and market volatility.</a:t>
            </a:r>
          </a:p>
          <a:p>
            <a:pPr lvl="1"/>
            <a:r>
              <a:rPr lang="en-US" b="1" dirty="0" smtClean="0"/>
              <a:t>Algorithmic Trading:</a:t>
            </a:r>
            <a:r>
              <a:rPr lang="en-US" dirty="0" smtClean="0"/>
              <a:t> Complex algorithms analyze financial data to make automated trading decisions.</a:t>
            </a:r>
          </a:p>
          <a:p>
            <a:pPr lvl="1"/>
            <a:r>
              <a:rPr lang="en-US" b="1" dirty="0" smtClean="0"/>
              <a:t>Customer Segmentation:</a:t>
            </a:r>
            <a:r>
              <a:rPr lang="en-US" dirty="0" smtClean="0"/>
              <a:t> Data-driven insights help create personalized marketing strategies and product recommendations.</a:t>
            </a:r>
          </a:p>
          <a:p>
            <a:pPr lvl="1"/>
            <a:r>
              <a:rPr lang="en-US" b="1" dirty="0" smtClean="0"/>
              <a:t>Fraud Detection:</a:t>
            </a:r>
            <a:r>
              <a:rPr lang="en-US" dirty="0" smtClean="0"/>
              <a:t> Anomaly detection algorithms identify unusual patterns in transactions to flag potential fraud.</a:t>
            </a:r>
          </a:p>
        </p:txBody>
      </p:sp>
    </p:spTree>
    <p:extLst>
      <p:ext uri="{BB962C8B-B14F-4D97-AF65-F5344CB8AC3E}">
        <p14:creationId xmlns:p14="http://schemas.microsoft.com/office/powerpoint/2010/main" val="3990139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Retail and E-commerce</a:t>
            </a: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b="1" dirty="0" smtClean="0"/>
              <a:t>Recommendation Systems:</a:t>
            </a:r>
            <a:r>
              <a:rPr lang="en-US" dirty="0" smtClean="0"/>
              <a:t> Data science powers personalized recommendations for products and services.</a:t>
            </a:r>
          </a:p>
          <a:p>
            <a:pPr lvl="1"/>
            <a:r>
              <a:rPr lang="en-US" b="1" dirty="0" smtClean="0"/>
              <a:t>Demand Forecasting:</a:t>
            </a:r>
            <a:r>
              <a:rPr lang="en-US" dirty="0" smtClean="0"/>
              <a:t> Analyzing historical data helps in predicting product demand, optimizing inventory management.</a:t>
            </a:r>
          </a:p>
          <a:p>
            <a:pPr lvl="1"/>
            <a:r>
              <a:rPr lang="en-US" b="1" dirty="0" smtClean="0"/>
              <a:t>Price Optimization:</a:t>
            </a:r>
            <a:r>
              <a:rPr lang="en-US" dirty="0" smtClean="0"/>
              <a:t> Algorithms analyze market trends and competitors to set optimal pricing.</a:t>
            </a:r>
          </a:p>
          <a:p>
            <a:pPr lvl="1"/>
            <a:r>
              <a:rPr lang="en-US" b="1" dirty="0" smtClean="0"/>
              <a:t>Customer Segmentation:</a:t>
            </a:r>
            <a:r>
              <a:rPr lang="en-US" dirty="0" smtClean="0"/>
              <a:t> Data-driven insights group customers</a:t>
            </a:r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1984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409</Words>
  <Application>Microsoft Office PowerPoint</Application>
  <PresentationFormat>On-screen Show (4:3)</PresentationFormat>
  <Paragraphs>26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Retail and E-commerce </vt:lpstr>
    </vt:vector>
  </TitlesOfParts>
  <Company>HP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</cp:revision>
  <dcterms:created xsi:type="dcterms:W3CDTF">2023-08-08T16:05:20Z</dcterms:created>
  <dcterms:modified xsi:type="dcterms:W3CDTF">2023-08-08T16:07:11Z</dcterms:modified>
</cp:coreProperties>
</file>